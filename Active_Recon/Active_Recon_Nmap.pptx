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Reconnaissance and Network Scanning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attack surface before attackers do.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5080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4564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nmap -sS -sV 192.168.56.20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9844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43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active recon and its legal limits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9844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143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live hosts on an authorized network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6712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011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open TCP and UDP ports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6712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011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services and versions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3580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880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basic service enumeration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3580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880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Nmap output and port states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0448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749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evidence, write a findings report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904488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3749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service is not a confirmed vulnerability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vs active reconnaissance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 contact with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packets or probes to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Google, WHOIS, DNS history, certificate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Nmap, DNS queries, banner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chance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by firewall, IDS/IPS, servers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trigger alerts or hit fragile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attack-surface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Confirming live assets and exposed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OSINT: a host may exist. Active recon: it is reachable today, with these ports open.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engagement: before you scan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9786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7899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written authorization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19786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07899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in-scope IPs, domains, apps, cloud assets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2938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8105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dates and testing window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92938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8105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Prohibited: prod databases, critical, medical/OT, third-party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6090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420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scan speed, intensity, tools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66090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5420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contact if something breaks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39242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exploits, logins, password attacks, vuln scans allowed?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32461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392424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327355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source IP for defenders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listed in scope = out of scope. Scanning without permission can be unlawful.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setup: safe practice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of these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Kali Linux + local VM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Metasploitable, OWASP BWA, DVWA in an isolated network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TryHackMe, Hack The Box Academy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lab range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vulnerable-app lab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05080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70432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 attacker VM:  192.168.56.10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vulnerable: 192.168.56.20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mode: Host-only / Internal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exposure: Disabled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47472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commands at random public IPs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outside your lab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basics: IPs and ports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device on a network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192.168.1.10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IPv4 ranges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560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10.0.0.0/8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172.16.0.0/12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192.168.0.0/16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routed on the internet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051560"/>
          <a:ext cx="2423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remote shell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Unencrypted remote shell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Sending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lookup (TCP/UDP)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download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RPC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remote calls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NetBIOS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Windows sharing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51560"/>
          <a:ext cx="2423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monitoring (UDP)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/ 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shares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remote desktop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HTTP-alt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56616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= something is listening. Not automatically vulnerable.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and UDP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connection-oriented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responses, easier to scan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HTTP/S, SSH, SMB, FTP, RDP, MySQL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below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connectionless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handshake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harder to scan reliably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services stay silent until a valid request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NTP, SNMP, DHCP, TFTP, IPsec/IKE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05080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77647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-&gt; SYN     -&gt;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&lt;- SYN/ACK &lt;-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-&gt; ACK     -&gt; Server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= request to connect. SYN/ACK = accepted. ACK = confirmed.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states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is listening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reachable, nothing listening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Firewall/ACL blocked probe: state unknown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Reachable, but open or closed unknown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open|filtered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tell open from 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closed|filtered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tell closed from filtered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does not mean open. Closed ports usually mean unused services are not exposed.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Nmap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hosts and open ports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services, versions, 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optional scripts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--version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installed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apt install nmap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on Kali / Debian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[options] [target]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syntax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192.168.56.0/24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/24 subnet (256 addresses)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scanme.nmap.org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(Nmap test server, follow its rules)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-iL targets.txt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targets from a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discovery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which devices are alive before deeper scans.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-sn 192.168.56.0/24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-sn: discovery only, no port scan. Ping sweep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-sn -PR 192.168.56.0/24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-PR: ARP requests. Local Layer 2 network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-sn -PS22,80,443 192.168.56.0/24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-PS: TCP SYN probes to ports 22, 80, 443. Works when ICMP is 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-Pn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-Pn: treat host as up, skip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that blocks ping can still run web, SSH or SMB. Avoid -Pn on big networks: slow and noisy.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TCP port scanning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top 1,000 common TCP 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-sS: SYN (half-open) scan. Needs root. 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-sT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-sT: full connection. No root needed. More visible in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-p 1-1000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1-1000: ports 1 to 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-p 21,22,80,443,445,3389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list: only these 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-p- 192.168.56.20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-p-: all 65,535 TCP 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low-impact, review, then focus on the exposed services that matter.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and version detection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-sV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-sV: probe open ports to find service and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-sV -p 21,22,80,443 192.168.56.20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scan + version detection on chosen 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42316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05080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2496312"/>
            <a:ext cx="4663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 STATE SERVICE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21/tcp  open  ftp     vsftpd 2.3.4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22/tcp  open  ssh     OpenSSH 8.2p1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80/tcp  open  http    Apache 2.4.41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2423160"/>
            <a:ext cx="3108960" cy="2240280"/>
          </a:xfrm>
          <a:prstGeom prst="roundRect">
            <a:avLst>
              <a:gd name="adj" fmla="val 3265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880360"/>
            <a:ext cx="27432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number/protocol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open, closed, filtered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Nmap protocol guess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product + version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run on odd ports: 8080 web, 2222 SSH, 9000 dashboard. A version is a lead, not proof of a flaw.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detection and aggressive mode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-O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-O: guess the operating system from network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--traceroute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network hops to the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-A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-A: OS + version + default scripts + traceroute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3464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-A is used with care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78638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probes: slower and noisy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alerts in IDS/IPS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unsuitable for production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 purpose, not by default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 scanning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-sU --top-ports 20 192.168.56.20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-sU: UDP scan. --top-ports 20: 20 most common UDP 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-sU -p 53,69,123,161,500 192.168.56.20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ports: 53 DNS, 69 TFTP, 123 NTP, 161 SNMP, 500 IKE/IPsec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4688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UDP services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3657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DNS: name lookup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TFTP: simple file transfer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NTP: time sync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SNMP: device monitoring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IKE: IPsec VPN setup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 Syslog: log forwarding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24688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926080"/>
            <a:ext cx="3657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TCP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reply = open|filtered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protocol-specific safe queries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 rates on real networks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TCP-only scans leave blind spots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scan results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-sV -oN basic_scan.txt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-oN: normal text. Easy to read, attach to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-sV -oX basic_scan.xml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-oX: XML. Import into reporting/analysis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-sV -oG basic_scan.gnmap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-oG: grepable. Quick filtering, shell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-sS -sV -oA recon_scan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-oA: all formats, one base name. Best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3756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raw output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94760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reporting, comparing scans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sharing, tool parsing, re-testing after fixes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Scripting Engine (NSE)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-sV -sC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-sC: run the default script 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http-title -p 80,443 192.168.56.20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web page title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http-methods -p 80,443 192.168.56.20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allowed HTTP methods (GET, PUT...)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--script smb-os-discovery -p 445 192.168.56.20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OS and host name over SMB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ssl-cert -p 443 192.168.56.20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TLS certificate 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ftp-anon -p 21 192.168.56.20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for anonymous FTP login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script’s purpose first. "Safe" is not "zero impact".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service enumeration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80, 443, 8080, 8443: open in a browser first.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whatweb http://192.168.56.20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server, CMS,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 -I http://192.168.56.20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-I: fetch response headers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 -s http://192.168.56.20 | head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-s: silent. head: first 10 lines of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--script http-title,http-headers,http-methods -p 80,443 192.168.56.20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headers, methods via 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portals, API docs, dev/staging pages, default pages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listings, backup and config files, versions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can be hidden or faked: confirm with two sources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enumeration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can reveal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7432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hostnames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cloud records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example.local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default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@192.168.56.20 example.local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@: ask this specific DNS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example.local 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IPv4 address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example.local MX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MX: mail servers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example.local TXT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TXT: text records (SPF, etc.)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example.local NS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NS: name servers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 axfr @192.168.56.20 example.local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axfr: zone transfer. Authorized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7490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zone transfer = misconfiguration. Capture evidence, report it.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 enumeration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139/tcp and 445/tcp: Windows file sharing.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--script smb-os-discovery -p 445 192.168.56.20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OS, host and domain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smbclient -L //192.168.56.20 -N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-L: list shares. -N: no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enum4linux-ng -A 192.168.56.20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-A: all checks: users, groups, shares,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74320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reveal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domain, OS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Shares, users, groups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access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274320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200400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shares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files via guest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SMB support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Unneeded SMB exposure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SMB signing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SSH, FTP and remote access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SSH: port 22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2860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versions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admin access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leaks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FTP: port 21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08760"/>
            <a:ext cx="22860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login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folders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legacy use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RDP: port 3389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508760"/>
            <a:ext cx="22860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untrusted nets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NLA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zero trust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-sV -p 22 192.168.56.20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detection on SSH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-sV -p 21 192.168.56.20  /  --script ftp-anon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Version, then anonymous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-sV -p 3389 192.168.56.20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detection on RDP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carefully: speed and impact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-T3 -sS -sV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-T3: normal timing. Safer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E7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nmap -T4 -sS -sV 192.168.56.20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-T4: faster. Lab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C4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3317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fast scans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3657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results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fragile devices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logs and alerts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23317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caution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788920"/>
            <a:ext cx="36576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OT, IoT, healthcare, legacy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networks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rules-of-engagement rate limits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safety over speed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recon needs authorization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28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= something listening, not a flaw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14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detection gives leads to validate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raw output as evidence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29184" cy="329184"/>
          </a:xfrm>
          <a:prstGeom prst="ellipse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findings, impact, and fixes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2026-10-01T09:56:55Z</dcterms:created>
  <dcterms:modified xsi:type="dcterms:W3CDTF">2026-10-01T09:56:55Z</dcterms:modified>
</cp:coreProperties>
</file>